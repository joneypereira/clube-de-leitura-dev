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Clube do Livro – Capítulos 8 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Encapsulamento, Validação e Design Smells</a:t>
            </a:r>
          </a:p>
          <a:p>
            <a:r>
              <a:t>Exemplos em PHP (com paralelos para Java)</a:t>
            </a:r>
          </a:p>
          <a:p>
            <a:r>
              <a:t>Duração estimada: ~20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Capítulo 8 – Objetos Consistentes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Ideia central:</a:t>
            </a:r>
          </a:p>
          <a:p>
            <a:r>
              <a:t>• Objetos devem sempre estar em estado válido</a:t>
            </a:r>
          </a:p>
          <a:p>
            <a:r>
              <a:t>• Regras de negócio devem proteger o domínio</a:t>
            </a:r>
          </a:p>
          <a:p>
            <a:r>
              <a:t>• Dados externos não devem “contaminar” o domínio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Onde validar dados (visão arquitetural)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Fluxo comum em Clean / Hexagonal:</a:t>
            </a:r>
          </a:p>
          <a:p/>
          <a:p>
            <a:r>
              <a:t>Request → Controller → UseCase → Domain → Repository</a:t>
            </a:r>
          </a:p>
          <a:p/>
          <a:p>
            <a:r>
              <a:t>Validação de formato: borda do sistema</a:t>
            </a:r>
          </a:p>
          <a:p>
            <a:r>
              <a:t>Regras de negócio: domínio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PHP – Value Object 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Email {</a:t>
            </a:r>
          </a:p>
          <a:p>
            <a:r>
              <a:t>    private string $valor;</a:t>
            </a:r>
          </a:p>
          <a:p/>
          <a:p>
            <a:r>
              <a:t>    public function __construct(string $email) {</a:t>
            </a:r>
          </a:p>
          <a:p>
            <a:r>
              <a:t>        if (!filter_var($email, FILTER_VALIDATE_EMAIL)) {</a:t>
            </a:r>
          </a:p>
          <a:p>
            <a:r>
              <a:t>            throw new InvalidArgumentException('Email inválido');</a:t>
            </a:r>
          </a:p>
          <a:p>
            <a:r>
              <a:t>        }</a:t>
            </a:r>
          </a:p>
          <a:p>
            <a:r>
              <a:t>        $this-&gt;valor = $email;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Semântica PHP vs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Semelhanças:</a:t>
            </a:r>
          </a:p>
          <a:p>
            <a:r>
              <a:t>• Classes e encapsulamento</a:t>
            </a:r>
          </a:p>
          <a:p>
            <a:r>
              <a:t>• Construtores</a:t>
            </a:r>
          </a:p>
          <a:p>
            <a:r>
              <a:t>• Exceções</a:t>
            </a:r>
          </a:p>
          <a:p/>
          <a:p>
            <a:r>
              <a:t>Diferenças relevantes:</a:t>
            </a:r>
          </a:p>
          <a:p>
            <a:r>
              <a:t>• Tipagem mais flexível em PHP</a:t>
            </a:r>
          </a:p>
          <a:p>
            <a:r>
              <a:t>• Propriedades podem ser declaradas direto no construtor</a:t>
            </a:r>
          </a:p>
          <a:p>
            <a:r>
              <a:t>• Uso comum de Value Objects para proteger domínio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Capítulo 9 – Design Smells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Smells são sinais de alerta no código.</a:t>
            </a:r>
          </a:p>
          <a:p/>
          <a:p>
            <a:r>
              <a:t>Não são bugs necessariamente,</a:t>
            </a:r>
          </a:p>
          <a:p>
            <a:r>
              <a:t>mas indicam que o design pode ser melhorado.</a:t>
            </a:r>
          </a:p>
          <a:p/>
          <a:p>
            <a:r>
              <a:t>Ideia popularizada por Martin Fowler.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Smell: God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Classe faz responsabilidades demais.</a:t>
            </a:r>
          </a:p>
          <a:p/>
          <a:p>
            <a:r>
              <a:t>Exemplo ruim:</a:t>
            </a:r>
          </a:p>
          <a:p>
            <a:r>
              <a:t>class SistemaFinanceiro {</a:t>
            </a:r>
          </a:p>
          <a:p>
            <a:r>
              <a:t>  public function calcularImposto() {}</a:t>
            </a:r>
          </a:p>
          <a:p>
            <a:r>
              <a:t>  public function gerarRelatorio() {}</a:t>
            </a:r>
          </a:p>
          <a:p>
            <a:r>
              <a:t>  public function enviarEmail() {}</a:t>
            </a:r>
          </a:p>
          <a:p>
            <a:r>
              <a:t>  public function salvarNoBanco() {}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Refatoração God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Separação de responsabilidades:</a:t>
            </a:r>
          </a:p>
          <a:p/>
          <a:p>
            <a:r>
              <a:t>CalculadoraImposto</a:t>
            </a:r>
          </a:p>
          <a:p>
            <a:r>
              <a:t>GeradorRelatorio</a:t>
            </a:r>
          </a:p>
          <a:p>
            <a:r>
              <a:t>EmailService</a:t>
            </a:r>
          </a:p>
          <a:p>
            <a:r>
              <a:t>RepositorioFinanceiro</a:t>
            </a:r>
          </a:p>
          <a:p/>
          <a:p>
            <a:r>
              <a:t>Cada classe faz apenas uma coisa.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Smell: Feature Envy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Quando um método usa mais dados de outra classe.</a:t>
            </a:r>
          </a:p>
          <a:p/>
          <a:p>
            <a:r>
              <a:t>Exemplo:</a:t>
            </a:r>
          </a:p>
          <a:p>
            <a:r>
              <a:t>class PedidoService {</a:t>
            </a:r>
          </a:p>
          <a:p>
            <a:r>
              <a:t>  function desconto(Pedido $p) {</a:t>
            </a:r>
          </a:p>
          <a:p>
            <a:r>
              <a:t>    return $p-&gt;valorTotal() * 0.1;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Melhor: mover para a classe Pedido.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Outros Smells Importantes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Refused Bequest (herança inadequada)</a:t>
            </a:r>
          </a:p>
          <a:p>
            <a:r>
              <a:t>• Intimidade Inapropriada (quebra de encapsulamento)</a:t>
            </a:r>
          </a:p>
          <a:p>
            <a:r>
              <a:t>• Divergent Change (classe muda por vários motivos)</a:t>
            </a:r>
          </a:p>
          <a:p>
            <a:r>
              <a:t>• Shotgun Surgery (mudança exige alterar muitos arquivos)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Ligação com SOLID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SRP → evita God Class</a:t>
            </a:r>
          </a:p>
          <a:p>
            <a:r>
              <a:t>OCP → evita Shotgun Surgery</a:t>
            </a:r>
          </a:p>
          <a:p>
            <a:r>
              <a:t>LSP → evita Refused Bequest</a:t>
            </a:r>
          </a:p>
          <a:p>
            <a:r>
              <a:t>ISP → evita interfaces gordas</a:t>
            </a:r>
          </a:p>
          <a:p/>
          <a:p>
            <a:r>
              <a:t>SOLID ajuda a prevenir design smells.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Perguntas para discussão no clube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Onde validar dados em nossos projetos?</a:t>
            </a:r>
          </a:p>
          <a:p>
            <a:r>
              <a:t>2. Já encontramos God Classes no trabalho?</a:t>
            </a:r>
          </a:p>
          <a:p>
            <a:r>
              <a:t>3. Quando usar Value Objects?</a:t>
            </a:r>
          </a:p>
          <a:p>
            <a:r>
              <a:t>4. Em nossos projetos, regras estão no domínio ou espalhadas?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