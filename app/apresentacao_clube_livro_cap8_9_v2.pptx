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Clube do Livro – Capítulos 8 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Objetos Consistentes e Design Smells</a:t>
            </a:r>
          </a:p>
          <a:p>
            <a:r>
              <a:t>Exemplos em PHP com paralelos para Java</a:t>
            </a:r>
          </a:p>
          <a:p>
            <a:r>
              <a:t>Duração estimada: 20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Capítulo 8 – Objetos consistentes</a:t>
            </a:r>
          </a:p>
          <a:p>
            <a:r>
              <a:t>2. Onde validar dados na arquitetura</a:t>
            </a:r>
          </a:p>
          <a:p>
            <a:r>
              <a:t>3. Exemplo em PHP (Value Object)</a:t>
            </a:r>
          </a:p>
          <a:p>
            <a:r>
              <a:t>4. Capítulo 9 – Design Smells</a:t>
            </a:r>
          </a:p>
          <a:p>
            <a:r>
              <a:t>5. Exemplos e refatorações</a:t>
            </a:r>
          </a:p>
          <a:p>
            <a:r>
              <a:t>6. Discussão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Capítulo 8 – Ideia Central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Objetos devem sempre estar em um estado válido.</a:t>
            </a:r>
          </a:p>
          <a:p/>
          <a:p>
            <a:r>
              <a:t>Regras importantes:</a:t>
            </a:r>
          </a:p>
          <a:p>
            <a:r>
              <a:t>• Domínio protege suas invariantes</a:t>
            </a:r>
          </a:p>
          <a:p>
            <a:r>
              <a:t>• Dados externos não entram sem validação</a:t>
            </a:r>
          </a:p>
          <a:p>
            <a:r>
              <a:t>• Construtores ajudam a garantir consistência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na 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Fluxo comum:</a:t>
            </a:r>
          </a:p>
          <a:p/>
          <a:p>
            <a:r>
              <a:t>Request → Controller → Use Case → Domain → Repository</a:t>
            </a:r>
          </a:p>
          <a:p/>
          <a:p>
            <a:r>
              <a:t>Formato dos dados → validado na borda</a:t>
            </a:r>
          </a:p>
          <a:p>
            <a:r>
              <a:t>Regras de negócio → protegidas no domínio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– Problema comum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 aceita qualquer dado:</a:t>
            </a:r>
          </a:p>
          <a:p/>
          <a:p>
            <a:r>
              <a:t>class Usuario {</a:t>
            </a:r>
          </a:p>
          <a:p>
            <a:r>
              <a:t>  public $email;</a:t>
            </a:r>
          </a:p>
          <a:p>
            <a:r>
              <a:t>}</a:t>
            </a:r>
          </a:p>
          <a:p/>
          <a:p>
            <a:r>
              <a:t>Problema: nada impede email inválido.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– Value Object em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Email {</a:t>
            </a:r>
          </a:p>
          <a:p>
            <a:r>
              <a:t>  private string $valor;</a:t>
            </a:r>
          </a:p>
          <a:p/>
          <a:p>
            <a:r>
              <a:t>  public function __construct(string $email) {</a:t>
            </a:r>
          </a:p>
          <a:p>
            <a:r>
              <a:t>    if (!filter_var($email, FILTER_VALIDATE_EMAIL)) {</a:t>
            </a:r>
          </a:p>
          <a:p>
            <a:r>
              <a:t>      throw new InvalidArgumentException('Email inválido');</a:t>
            </a:r>
          </a:p>
          <a:p>
            <a:r>
              <a:t>    }</a:t>
            </a:r>
          </a:p>
          <a:p>
            <a:r>
              <a:t>    $this-&gt;valor = $email;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 vs Java (Semântica)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Semelhanças:</a:t>
            </a:r>
          </a:p>
          <a:p>
            <a:r>
              <a:t>• Classes</a:t>
            </a:r>
          </a:p>
          <a:p>
            <a:r>
              <a:t>• Encapsulamento</a:t>
            </a:r>
          </a:p>
          <a:p>
            <a:r>
              <a:t>• Exceções</a:t>
            </a:r>
          </a:p>
          <a:p/>
          <a:p>
            <a:r>
              <a:t>Diferenças:</a:t>
            </a:r>
          </a:p>
          <a:p>
            <a:r>
              <a:t>• PHP é mais flexível com tipos</a:t>
            </a:r>
          </a:p>
          <a:p>
            <a:r>
              <a:t>• Propriedades podem ser declaradas no construtor</a:t>
            </a:r>
          </a:p>
          <a:p>
            <a:r>
              <a:t>• Menos verbosidade que 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Capítulo 9 – Design Smells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Smells são sinais de alerta no código.</a:t>
            </a:r>
          </a:p>
          <a:p/>
          <a:p>
            <a:r>
              <a:t>Eles indicam que o design pode ser melhorado.</a:t>
            </a:r>
          </a:p>
          <a:p/>
          <a:p>
            <a:r>
              <a:t>Conceito popularizado por Martin Fowler.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Smell – God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 com responsabilidades demais.</a:t>
            </a:r>
          </a:p>
          <a:p/>
          <a:p>
            <a:r>
              <a:t>class SistemaFinanceiro {</a:t>
            </a:r>
          </a:p>
          <a:p>
            <a:r>
              <a:t> calcularImposto()</a:t>
            </a:r>
          </a:p>
          <a:p>
            <a:r>
              <a:t> gerarRelatorio()</a:t>
            </a:r>
          </a:p>
          <a:p>
            <a:r>
              <a:t> enviarEmail()</a:t>
            </a:r>
          </a:p>
          <a:p>
            <a:r>
              <a:t> salvarNoBanco()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Refatoração – Separar responsabilidades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Dividir em classes menores:</a:t>
            </a:r>
          </a:p>
          <a:p/>
          <a:p>
            <a:r>
              <a:t>CalculadoraImposto</a:t>
            </a:r>
          </a:p>
          <a:p>
            <a:r>
              <a:t>GeradorRelatorio</a:t>
            </a:r>
          </a:p>
          <a:p>
            <a:r>
              <a:t>EmailService</a:t>
            </a:r>
          </a:p>
          <a:p>
            <a:r>
              <a:t>RepositorioFinanceiro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Smell – Feature Envy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Quando um método usa mais dados de outra classe.</a:t>
            </a:r>
          </a:p>
          <a:p/>
          <a:p>
            <a:r>
              <a:t>class PedidoService {</a:t>
            </a:r>
          </a:p>
          <a:p>
            <a:r>
              <a:t> function desconto(Pedido $p) {</a:t>
            </a:r>
          </a:p>
          <a:p>
            <a:r>
              <a:t>  return $p-&gt;valorTotal() * 0.1;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Refatoração – Mover comportamento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Pedido {</a:t>
            </a:r>
          </a:p>
          <a:p>
            <a:r>
              <a:t> private float $valorTotal;</a:t>
            </a:r>
          </a:p>
          <a:p/>
          <a:p>
            <a:r>
              <a:t> function desconto() {</a:t>
            </a:r>
          </a:p>
          <a:p>
            <a:r>
              <a:t>  return $this-&gt;valorTotal * 0.1;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Outros Smells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Refused Bequest → herança inadequada</a:t>
            </a:r>
          </a:p>
          <a:p>
            <a:r>
              <a:t>Intimidade Inapropriada → quebra de encapsulamento</a:t>
            </a:r>
          </a:p>
          <a:p>
            <a:r>
              <a:t>Divergent Change → classe muda por vários motivos</a:t>
            </a:r>
          </a:p>
          <a:p>
            <a:r>
              <a:t>Shotgun Surgery → mudança espalhada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Shotgun Surgery –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Regra duplicada:</a:t>
            </a:r>
          </a:p>
          <a:p/>
          <a:p>
            <a:r>
              <a:t>class Pedido { imposto() }</a:t>
            </a:r>
          </a:p>
          <a:p>
            <a:r>
              <a:t>class NotaFiscal { imposto() }</a:t>
            </a:r>
          </a:p>
          <a:p/>
          <a:p>
            <a:r>
              <a:t>Mudança exige alterar vários lugares.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Refatoração – Centralizar regra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CalculadoraImposto {</a:t>
            </a:r>
          </a:p>
          <a:p>
            <a:r>
              <a:t> function calcular(float $valor) {</a:t>
            </a:r>
          </a:p>
          <a:p>
            <a:r>
              <a:t>  return $valor * 0.2;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ajuda a evitar Smells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SRP → evita God Class</a:t>
            </a:r>
          </a:p>
          <a:p>
            <a:r>
              <a:t>OCP → evita Shotgun Surgery</a:t>
            </a:r>
          </a:p>
          <a:p>
            <a:r>
              <a:t>LSP → evita Refused Bequest</a:t>
            </a:r>
          </a:p>
          <a:p>
            <a:r>
              <a:t>ISP → evita interfaces gordas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 para o Clube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Onde validamos dados nos nossos projetos?</a:t>
            </a:r>
          </a:p>
          <a:p>
            <a:r>
              <a:t>2. Já encontramos God Classes no trabalho?</a:t>
            </a:r>
          </a:p>
          <a:p>
            <a:r>
              <a:t>3. Usamos Value Objects?</a:t>
            </a:r>
          </a:p>
          <a:p>
            <a:r>
              <a:t>4. Regras estão no domínio ou em services?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